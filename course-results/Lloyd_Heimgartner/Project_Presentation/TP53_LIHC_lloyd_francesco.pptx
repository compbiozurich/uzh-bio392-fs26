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AEAB02-8DF9-1FA6-0654-6D00DCD440E5}" v="194" dt="2026-04-30T10:20:46.476"/>
    <p1510:client id="{CB9EDDEE-C608-4E05-9133-171116684212}" v="1195" dt="2026-04-30T11:08:15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benutzer" providerId="Windows Live" clId="Web-{B3AEAB02-8DF9-1FA6-0654-6D00DCD440E5}"/>
    <pc:docChg chg="addSld modSld">
      <pc:chgData name="Gastbenutzer" userId="" providerId="Windows Live" clId="Web-{B3AEAB02-8DF9-1FA6-0654-6D00DCD440E5}" dt="2026-04-30T10:20:45.991" v="158"/>
      <pc:docMkLst>
        <pc:docMk/>
      </pc:docMkLst>
      <pc:sldChg chg="addSp delSp modSp new mod modClrScheme chgLayout">
        <pc:chgData name="Gastbenutzer" userId="" providerId="Windows Live" clId="Web-{B3AEAB02-8DF9-1FA6-0654-6D00DCD440E5}" dt="2026-04-30T09:44:20.636" v="60" actId="20577"/>
        <pc:sldMkLst>
          <pc:docMk/>
          <pc:sldMk cId="3480617425" sldId="259"/>
        </pc:sldMkLst>
        <pc:spChg chg="mod ord">
          <ac:chgData name="Gastbenutzer" userId="" providerId="Windows Live" clId="Web-{B3AEAB02-8DF9-1FA6-0654-6D00DCD440E5}" dt="2026-04-30T09:42:41.133" v="25" actId="20577"/>
          <ac:spMkLst>
            <pc:docMk/>
            <pc:sldMk cId="3480617425" sldId="259"/>
            <ac:spMk id="2" creationId="{B18B50EC-0213-65EF-5283-1F51533DDFD6}"/>
          </ac:spMkLst>
        </pc:spChg>
        <pc:spChg chg="del">
          <ac:chgData name="Gastbenutzer" userId="" providerId="Windows Live" clId="Web-{B3AEAB02-8DF9-1FA6-0654-6D00DCD440E5}" dt="2026-04-30T09:13:46.237" v="1"/>
          <ac:spMkLst>
            <pc:docMk/>
            <pc:sldMk cId="3480617425" sldId="259"/>
            <ac:spMk id="3" creationId="{B465D4DE-B281-77C7-C565-F5A524DB55F5}"/>
          </ac:spMkLst>
        </pc:spChg>
        <pc:spChg chg="add del mod ord">
          <ac:chgData name="Gastbenutzer" userId="" providerId="Windows Live" clId="Web-{B3AEAB02-8DF9-1FA6-0654-6D00DCD440E5}" dt="2026-04-30T09:42:30.664" v="7"/>
          <ac:spMkLst>
            <pc:docMk/>
            <pc:sldMk cId="3480617425" sldId="259"/>
            <ac:spMk id="5" creationId="{F617A547-1A31-0FDE-8589-F4B46E02B02A}"/>
          </ac:spMkLst>
        </pc:spChg>
        <pc:spChg chg="add mod">
          <ac:chgData name="Gastbenutzer" userId="" providerId="Windows Live" clId="Web-{B3AEAB02-8DF9-1FA6-0654-6D00DCD440E5}" dt="2026-04-30T09:44:20.636" v="60" actId="20577"/>
          <ac:spMkLst>
            <pc:docMk/>
            <pc:sldMk cId="3480617425" sldId="259"/>
            <ac:spMk id="6" creationId="{952EC1A8-0C84-162D-F315-2BC07C1BCEA6}"/>
          </ac:spMkLst>
        </pc:spChg>
        <pc:picChg chg="add mod ord">
          <ac:chgData name="Gastbenutzer" userId="" providerId="Windows Live" clId="Web-{B3AEAB02-8DF9-1FA6-0654-6D00DCD440E5}" dt="2026-04-30T09:43:22.463" v="27" actId="1076"/>
          <ac:picMkLst>
            <pc:docMk/>
            <pc:sldMk cId="3480617425" sldId="259"/>
            <ac:picMk id="3" creationId="{3249BC8A-AAA2-2BE7-19E8-585B21056A33}"/>
          </ac:picMkLst>
        </pc:picChg>
        <pc:picChg chg="add mod ord">
          <ac:chgData name="Gastbenutzer" userId="" providerId="Windows Live" clId="Web-{B3AEAB02-8DF9-1FA6-0654-6D00DCD440E5}" dt="2026-04-30T09:43:32.416" v="29" actId="1076"/>
          <ac:picMkLst>
            <pc:docMk/>
            <pc:sldMk cId="3480617425" sldId="259"/>
            <ac:picMk id="4" creationId="{20E33C7F-1BCC-761B-E4EF-9272FAEEF16F}"/>
          </ac:picMkLst>
        </pc:picChg>
      </pc:sldChg>
      <pc:sldChg chg="addSp delSp modSp new">
        <pc:chgData name="Gastbenutzer" userId="" providerId="Windows Live" clId="Web-{B3AEAB02-8DF9-1FA6-0654-6D00DCD440E5}" dt="2026-04-30T09:59:18.902" v="155" actId="20577"/>
        <pc:sldMkLst>
          <pc:docMk/>
          <pc:sldMk cId="2055038280" sldId="261"/>
        </pc:sldMkLst>
        <pc:spChg chg="mod">
          <ac:chgData name="Gastbenutzer" userId="" providerId="Windows Live" clId="Web-{B3AEAB02-8DF9-1FA6-0654-6D00DCD440E5}" dt="2026-04-30T09:58:06.508" v="72" actId="20577"/>
          <ac:spMkLst>
            <pc:docMk/>
            <pc:sldMk cId="2055038280" sldId="261"/>
            <ac:spMk id="2" creationId="{D08A6CE0-C5E1-48F4-D4B7-112BD10F1070}"/>
          </ac:spMkLst>
        </pc:spChg>
        <pc:spChg chg="del">
          <ac:chgData name="Gastbenutzer" userId="" providerId="Windows Live" clId="Web-{B3AEAB02-8DF9-1FA6-0654-6D00DCD440E5}" dt="2026-04-30T09:58:06.868" v="73"/>
          <ac:spMkLst>
            <pc:docMk/>
            <pc:sldMk cId="2055038280" sldId="261"/>
            <ac:spMk id="3" creationId="{D2943215-A821-DA9A-62B6-7A223EBB0FCE}"/>
          </ac:spMkLst>
        </pc:spChg>
        <pc:spChg chg="mod">
          <ac:chgData name="Gastbenutzer" userId="" providerId="Windows Live" clId="Web-{B3AEAB02-8DF9-1FA6-0654-6D00DCD440E5}" dt="2026-04-30T09:59:18.902" v="155" actId="20577"/>
          <ac:spMkLst>
            <pc:docMk/>
            <pc:sldMk cId="2055038280" sldId="261"/>
            <ac:spMk id="4" creationId="{9E37EEC6-B829-589B-445C-DD422CF7A513}"/>
          </ac:spMkLst>
        </pc:spChg>
        <pc:picChg chg="add mod ord">
          <ac:chgData name="Gastbenutzer" userId="" providerId="Windows Live" clId="Web-{B3AEAB02-8DF9-1FA6-0654-6D00DCD440E5}" dt="2026-04-30T09:58:06.868" v="73"/>
          <ac:picMkLst>
            <pc:docMk/>
            <pc:sldMk cId="2055038280" sldId="261"/>
            <ac:picMk id="5" creationId="{8CFF038D-659D-06E9-A558-48E8C9378C01}"/>
          </ac:picMkLst>
        </pc:picChg>
      </pc:sldChg>
      <pc:sldChg chg="new">
        <pc:chgData name="Gastbenutzer" userId="" providerId="Windows Live" clId="Web-{B3AEAB02-8DF9-1FA6-0654-6D00DCD440E5}" dt="2026-04-30T09:59:37.621" v="156"/>
        <pc:sldMkLst>
          <pc:docMk/>
          <pc:sldMk cId="2999199784" sldId="262"/>
        </pc:sldMkLst>
      </pc:sldChg>
      <pc:sldChg chg="addSp delSp modSp new">
        <pc:chgData name="Gastbenutzer" userId="" providerId="Windows Live" clId="Web-{B3AEAB02-8DF9-1FA6-0654-6D00DCD440E5}" dt="2026-04-30T10:20:45.991" v="158"/>
        <pc:sldMkLst>
          <pc:docMk/>
          <pc:sldMk cId="168470869" sldId="263"/>
        </pc:sldMkLst>
        <pc:spChg chg="del">
          <ac:chgData name="Gastbenutzer" userId="" providerId="Windows Live" clId="Web-{B3AEAB02-8DF9-1FA6-0654-6D00DCD440E5}" dt="2026-04-30T10:20:45.991" v="158"/>
          <ac:spMkLst>
            <pc:docMk/>
            <pc:sldMk cId="168470869" sldId="263"/>
            <ac:spMk id="3" creationId="{EFE3B89A-7349-2B71-938A-8662F45E9F91}"/>
          </ac:spMkLst>
        </pc:spChg>
        <pc:picChg chg="add mod ord">
          <ac:chgData name="Gastbenutzer" userId="" providerId="Windows Live" clId="Web-{B3AEAB02-8DF9-1FA6-0654-6D00DCD440E5}" dt="2026-04-30T10:20:45.991" v="158"/>
          <ac:picMkLst>
            <pc:docMk/>
            <pc:sldMk cId="168470869" sldId="263"/>
            <ac:picMk id="5" creationId="{2F363CC2-617F-BBEB-2A8C-12A71A18B458}"/>
          </ac:picMkLst>
        </pc:picChg>
      </pc:sldChg>
    </pc:docChg>
  </pc:docChgLst>
  <pc:docChgLst>
    <pc:chgData name="Francesco Nocera" userId="f553a8d8416ae68a" providerId="LiveId" clId="{DBB17893-9B78-4821-B7D3-D8AC3AA43233}"/>
    <pc:docChg chg="undo custSel addSld modSld">
      <pc:chgData name="Francesco Nocera" userId="f553a8d8416ae68a" providerId="LiveId" clId="{DBB17893-9B78-4821-B7D3-D8AC3AA43233}" dt="2026-04-30T11:08:15.434" v="1861" actId="20577"/>
      <pc:docMkLst>
        <pc:docMk/>
      </pc:docMkLst>
      <pc:sldChg chg="addSp delSp modSp mod setBg">
        <pc:chgData name="Francesco Nocera" userId="f553a8d8416ae68a" providerId="LiveId" clId="{DBB17893-9B78-4821-B7D3-D8AC3AA43233}" dt="2026-04-30T10:17:54.226" v="1578" actId="26606"/>
        <pc:sldMkLst>
          <pc:docMk/>
          <pc:sldMk cId="145060204" sldId="256"/>
        </pc:sldMkLst>
        <pc:spChg chg="mod">
          <ac:chgData name="Francesco Nocera" userId="f553a8d8416ae68a" providerId="LiveId" clId="{DBB17893-9B78-4821-B7D3-D8AC3AA43233}" dt="2026-04-30T10:17:54.226" v="1578" actId="26606"/>
          <ac:spMkLst>
            <pc:docMk/>
            <pc:sldMk cId="145060204" sldId="256"/>
            <ac:spMk id="2" creationId="{08F5028C-FEB0-F0A1-8FE2-47A5C583F03F}"/>
          </ac:spMkLst>
        </pc:spChg>
        <pc:spChg chg="mod">
          <ac:chgData name="Francesco Nocera" userId="f553a8d8416ae68a" providerId="LiveId" clId="{DBB17893-9B78-4821-B7D3-D8AC3AA43233}" dt="2026-04-30T10:17:54.226" v="1578" actId="26606"/>
          <ac:spMkLst>
            <pc:docMk/>
            <pc:sldMk cId="145060204" sldId="256"/>
            <ac:spMk id="3" creationId="{42E06CFC-2E81-6339-F288-68A35864F44D}"/>
          </ac:spMkLst>
        </pc:spChg>
        <pc:spChg chg="add del">
          <ac:chgData name="Francesco Nocera" userId="f553a8d8416ae68a" providerId="LiveId" clId="{DBB17893-9B78-4821-B7D3-D8AC3AA43233}" dt="2026-04-30T10:17:54.226" v="1578" actId="26606"/>
          <ac:spMkLst>
            <pc:docMk/>
            <pc:sldMk cId="145060204" sldId="256"/>
            <ac:spMk id="5" creationId="{74751229-0244-4FBB-BED1-407467F4C951}"/>
          </ac:spMkLst>
        </pc:spChg>
        <pc:spChg chg="add del">
          <ac:chgData name="Francesco Nocera" userId="f553a8d8416ae68a" providerId="LiveId" clId="{DBB17893-9B78-4821-B7D3-D8AC3AA43233}" dt="2026-04-30T10:17:44.350" v="1576" actId="26606"/>
          <ac:spMkLst>
            <pc:docMk/>
            <pc:sldMk cId="145060204" sldId="256"/>
            <ac:spMk id="8" creationId="{3677BAFB-3BD3-41BB-9107-FAE224AE21C4}"/>
          </ac:spMkLst>
        </pc:spChg>
        <pc:spChg chg="add del">
          <ac:chgData name="Francesco Nocera" userId="f553a8d8416ae68a" providerId="LiveId" clId="{DBB17893-9B78-4821-B7D3-D8AC3AA43233}" dt="2026-04-30T10:17:44.350" v="1576" actId="26606"/>
          <ac:spMkLst>
            <pc:docMk/>
            <pc:sldMk cId="145060204" sldId="256"/>
            <ac:spMk id="10" creationId="{E6823A9B-C188-42D4-847C-3AD928DB145C}"/>
          </ac:spMkLst>
        </pc:spChg>
        <pc:spChg chg="add del">
          <ac:chgData name="Francesco Nocera" userId="f553a8d8416ae68a" providerId="LiveId" clId="{DBB17893-9B78-4821-B7D3-D8AC3AA43233}" dt="2026-04-30T10:17:44.350" v="1576" actId="26606"/>
          <ac:spMkLst>
            <pc:docMk/>
            <pc:sldMk cId="145060204" sldId="256"/>
            <ac:spMk id="12" creationId="{34B557F3-1A0C-4749-A6DB-EAC082DF390B}"/>
          </ac:spMkLst>
        </pc:spChg>
        <pc:spChg chg="add del">
          <ac:chgData name="Francesco Nocera" userId="f553a8d8416ae68a" providerId="LiveId" clId="{DBB17893-9B78-4821-B7D3-D8AC3AA43233}" dt="2026-04-30T10:17:44.350" v="1576" actId="26606"/>
          <ac:spMkLst>
            <pc:docMk/>
            <pc:sldMk cId="145060204" sldId="256"/>
            <ac:spMk id="14" creationId="{55D55AA6-3751-494F-868A-DCEDC5CE82BF}"/>
          </ac:spMkLst>
        </pc:spChg>
        <pc:spChg chg="add del">
          <ac:chgData name="Francesco Nocera" userId="f553a8d8416ae68a" providerId="LiveId" clId="{DBB17893-9B78-4821-B7D3-D8AC3AA43233}" dt="2026-04-30T10:17:44.350" v="1576" actId="26606"/>
          <ac:spMkLst>
            <pc:docMk/>
            <pc:sldMk cId="145060204" sldId="256"/>
            <ac:spMk id="16" creationId="{4D4C00DC-4DC6-4CD2-9E31-F17E6CEBC5A6}"/>
          </ac:spMkLst>
        </pc:spChg>
        <pc:spChg chg="add del">
          <ac:chgData name="Francesco Nocera" userId="f553a8d8416ae68a" providerId="LiveId" clId="{DBB17893-9B78-4821-B7D3-D8AC3AA43233}" dt="2026-04-30T10:17:44.350" v="1576" actId="26606"/>
          <ac:spMkLst>
            <pc:docMk/>
            <pc:sldMk cId="145060204" sldId="256"/>
            <ac:spMk id="18" creationId="{D82AB1B2-7970-42CF-8BF5-567C69E9FFFB}"/>
          </ac:spMkLst>
        </pc:spChg>
        <pc:spChg chg="add del">
          <ac:chgData name="Francesco Nocera" userId="f553a8d8416ae68a" providerId="LiveId" clId="{DBB17893-9B78-4821-B7D3-D8AC3AA43233}" dt="2026-04-30T10:17:44.350" v="1576" actId="26606"/>
          <ac:spMkLst>
            <pc:docMk/>
            <pc:sldMk cId="145060204" sldId="256"/>
            <ac:spMk id="24" creationId="{C10FB9CA-E7FA-462C-B537-F1224ED1ACF4}"/>
          </ac:spMkLst>
        </pc:spChg>
        <pc:spChg chg="add del">
          <ac:chgData name="Francesco Nocera" userId="f553a8d8416ae68a" providerId="LiveId" clId="{DBB17893-9B78-4821-B7D3-D8AC3AA43233}" dt="2026-04-30T10:17:44.350" v="1576" actId="26606"/>
          <ac:spMkLst>
            <pc:docMk/>
            <pc:sldMk cId="145060204" sldId="256"/>
            <ac:spMk id="26" creationId="{D8469AE7-A75B-4F37-850B-EF5974ABED2C}"/>
          </ac:spMkLst>
        </pc:spChg>
        <pc:picChg chg="add del">
          <ac:chgData name="Francesco Nocera" userId="f553a8d8416ae68a" providerId="LiveId" clId="{DBB17893-9B78-4821-B7D3-D8AC3AA43233}" dt="2026-04-30T10:17:54.226" v="1578" actId="26606"/>
          <ac:picMkLst>
            <pc:docMk/>
            <pc:sldMk cId="145060204" sldId="256"/>
            <ac:picMk id="7" creationId="{D48B7B7C-1BD4-A07E-8F5D-BE614214FF74}"/>
          </ac:picMkLst>
        </pc:picChg>
        <pc:picChg chg="add del">
          <ac:chgData name="Francesco Nocera" userId="f553a8d8416ae68a" providerId="LiveId" clId="{DBB17893-9B78-4821-B7D3-D8AC3AA43233}" dt="2026-04-30T10:17:54.226" v="1578" actId="26606"/>
          <ac:picMkLst>
            <pc:docMk/>
            <pc:sldMk cId="145060204" sldId="256"/>
            <ac:picMk id="9" creationId="{FDFFF11F-2929-4EDF-B551-5E992B0C68EB}"/>
          </ac:picMkLst>
        </pc:picChg>
      </pc:sldChg>
      <pc:sldChg chg="addSp delSp modSp mod">
        <pc:chgData name="Francesco Nocera" userId="f553a8d8416ae68a" providerId="LiveId" clId="{DBB17893-9B78-4821-B7D3-D8AC3AA43233}" dt="2026-04-30T10:11:12.870" v="1376" actId="113"/>
        <pc:sldMkLst>
          <pc:docMk/>
          <pc:sldMk cId="1980989139" sldId="257"/>
        </pc:sldMkLst>
        <pc:spChg chg="mod">
          <ac:chgData name="Francesco Nocera" userId="f553a8d8416ae68a" providerId="LiveId" clId="{DBB17893-9B78-4821-B7D3-D8AC3AA43233}" dt="2026-04-30T09:49:00.674" v="879" actId="790"/>
          <ac:spMkLst>
            <pc:docMk/>
            <pc:sldMk cId="1980989139" sldId="257"/>
            <ac:spMk id="2" creationId="{28913FD4-65EF-8308-5BC1-F935BC20C88E}"/>
          </ac:spMkLst>
        </pc:spChg>
        <pc:spChg chg="mod">
          <ac:chgData name="Francesco Nocera" userId="f553a8d8416ae68a" providerId="LiveId" clId="{DBB17893-9B78-4821-B7D3-D8AC3AA43233}" dt="2026-04-30T10:11:12.870" v="1376" actId="113"/>
          <ac:spMkLst>
            <pc:docMk/>
            <pc:sldMk cId="1980989139" sldId="257"/>
            <ac:spMk id="3" creationId="{22CCC60A-D183-F5C0-45DB-C3CF6E2093C3}"/>
          </ac:spMkLst>
        </pc:spChg>
        <pc:spChg chg="add del mod">
          <ac:chgData name="Francesco Nocera" userId="f553a8d8416ae68a" providerId="LiveId" clId="{DBB17893-9B78-4821-B7D3-D8AC3AA43233}" dt="2026-04-30T08:55:36.244" v="400"/>
          <ac:spMkLst>
            <pc:docMk/>
            <pc:sldMk cId="1980989139" sldId="257"/>
            <ac:spMk id="4" creationId="{16034AC0-CCB8-FF9A-66FA-FEE0CB78D64F}"/>
          </ac:spMkLst>
        </pc:spChg>
        <pc:spChg chg="add mod">
          <ac:chgData name="Francesco Nocera" userId="f553a8d8416ae68a" providerId="LiveId" clId="{DBB17893-9B78-4821-B7D3-D8AC3AA43233}" dt="2026-04-30T09:49:00.674" v="879" actId="790"/>
          <ac:spMkLst>
            <pc:docMk/>
            <pc:sldMk cId="1980989139" sldId="257"/>
            <ac:spMk id="5" creationId="{C26D7C8D-7473-8C39-AEB1-E280B11FBC34}"/>
          </ac:spMkLst>
        </pc:spChg>
      </pc:sldChg>
      <pc:sldChg chg="addSp delSp modSp add mod">
        <pc:chgData name="Francesco Nocera" userId="f553a8d8416ae68a" providerId="LiveId" clId="{DBB17893-9B78-4821-B7D3-D8AC3AA43233}" dt="2026-04-30T09:49:00.674" v="879" actId="790"/>
        <pc:sldMkLst>
          <pc:docMk/>
          <pc:sldMk cId="185227701" sldId="258"/>
        </pc:sldMkLst>
        <pc:spChg chg="mod">
          <ac:chgData name="Francesco Nocera" userId="f553a8d8416ae68a" providerId="LiveId" clId="{DBB17893-9B78-4821-B7D3-D8AC3AA43233}" dt="2026-04-30T09:49:00.674" v="879" actId="790"/>
          <ac:spMkLst>
            <pc:docMk/>
            <pc:sldMk cId="185227701" sldId="258"/>
            <ac:spMk id="2" creationId="{CFDDABDE-2985-5A57-7785-BE9F35BBDFD6}"/>
          </ac:spMkLst>
        </pc:spChg>
        <pc:spChg chg="mod">
          <ac:chgData name="Francesco Nocera" userId="f553a8d8416ae68a" providerId="LiveId" clId="{DBB17893-9B78-4821-B7D3-D8AC3AA43233}" dt="2026-04-30T09:49:00.674" v="879" actId="790"/>
          <ac:spMkLst>
            <pc:docMk/>
            <pc:sldMk cId="185227701" sldId="258"/>
            <ac:spMk id="3" creationId="{E8F35B5A-67DE-629E-CB9C-C47D7888669F}"/>
          </ac:spMkLst>
        </pc:spChg>
        <pc:spChg chg="mod">
          <ac:chgData name="Francesco Nocera" userId="f553a8d8416ae68a" providerId="LiveId" clId="{DBB17893-9B78-4821-B7D3-D8AC3AA43233}" dt="2026-04-30T09:49:00.674" v="879" actId="790"/>
          <ac:spMkLst>
            <pc:docMk/>
            <pc:sldMk cId="185227701" sldId="258"/>
            <ac:spMk id="4" creationId="{4B447AAA-A1ED-6922-7854-A701557D262B}"/>
          </ac:spMkLst>
        </pc:spChg>
        <pc:spChg chg="add">
          <ac:chgData name="Francesco Nocera" userId="f553a8d8416ae68a" providerId="LiveId" clId="{DBB17893-9B78-4821-B7D3-D8AC3AA43233}" dt="2026-04-30T09:20:25.631" v="767"/>
          <ac:spMkLst>
            <pc:docMk/>
            <pc:sldMk cId="185227701" sldId="258"/>
            <ac:spMk id="5" creationId="{C80189C6-D37B-686F-EDCB-DFFCC781A189}"/>
          </ac:spMkLst>
        </pc:spChg>
        <pc:picChg chg="add del mod">
          <ac:chgData name="Francesco Nocera" userId="f553a8d8416ae68a" providerId="LiveId" clId="{DBB17893-9B78-4821-B7D3-D8AC3AA43233}" dt="2026-04-30T09:21:16.483" v="776" actId="478"/>
          <ac:picMkLst>
            <pc:docMk/>
            <pc:sldMk cId="185227701" sldId="258"/>
            <ac:picMk id="7" creationId="{EFA1CF18-458A-210D-2C30-8CB452837C29}"/>
          </ac:picMkLst>
        </pc:picChg>
        <pc:picChg chg="add mod">
          <ac:chgData name="Francesco Nocera" userId="f553a8d8416ae68a" providerId="LiveId" clId="{DBB17893-9B78-4821-B7D3-D8AC3AA43233}" dt="2026-04-30T09:22:39.458" v="804" actId="14100"/>
          <ac:picMkLst>
            <pc:docMk/>
            <pc:sldMk cId="185227701" sldId="258"/>
            <ac:picMk id="1028" creationId="{6C33DA66-780D-ECF4-5FD0-42840B07D9D1}"/>
          </ac:picMkLst>
        </pc:picChg>
        <pc:picChg chg="add">
          <ac:chgData name="Francesco Nocera" userId="f553a8d8416ae68a" providerId="LiveId" clId="{DBB17893-9B78-4821-B7D3-D8AC3AA43233}" dt="2026-04-30T09:22:07.654" v="798"/>
          <ac:picMkLst>
            <pc:docMk/>
            <pc:sldMk cId="185227701" sldId="258"/>
            <ac:picMk id="1030" creationId="{23F5A88B-4DD5-2517-6082-8E878105C99E}"/>
          </ac:picMkLst>
        </pc:picChg>
      </pc:sldChg>
      <pc:sldChg chg="addSp modSp mod">
        <pc:chgData name="Francesco Nocera" userId="f553a8d8416ae68a" providerId="LiveId" clId="{DBB17893-9B78-4821-B7D3-D8AC3AA43233}" dt="2026-04-30T09:56:17.989" v="887" actId="1076"/>
        <pc:sldMkLst>
          <pc:docMk/>
          <pc:sldMk cId="3480617425" sldId="259"/>
        </pc:sldMkLst>
        <pc:spChg chg="mod">
          <ac:chgData name="Francesco Nocera" userId="f553a8d8416ae68a" providerId="LiveId" clId="{DBB17893-9B78-4821-B7D3-D8AC3AA43233}" dt="2026-04-30T09:49:00.674" v="879" actId="790"/>
          <ac:spMkLst>
            <pc:docMk/>
            <pc:sldMk cId="3480617425" sldId="259"/>
            <ac:spMk id="2" creationId="{B18B50EC-0213-65EF-5283-1F51533DDFD6}"/>
          </ac:spMkLst>
        </pc:spChg>
        <pc:spChg chg="mod">
          <ac:chgData name="Francesco Nocera" userId="f553a8d8416ae68a" providerId="LiveId" clId="{DBB17893-9B78-4821-B7D3-D8AC3AA43233}" dt="2026-04-30T09:49:00.674" v="879" actId="790"/>
          <ac:spMkLst>
            <pc:docMk/>
            <pc:sldMk cId="3480617425" sldId="259"/>
            <ac:spMk id="6" creationId="{952EC1A8-0C84-162D-F315-2BC07C1BCEA6}"/>
          </ac:spMkLst>
        </pc:spChg>
        <pc:spChg chg="add mod">
          <ac:chgData name="Francesco Nocera" userId="f553a8d8416ae68a" providerId="LiveId" clId="{DBB17893-9B78-4821-B7D3-D8AC3AA43233}" dt="2026-04-30T09:56:17.989" v="887" actId="1076"/>
          <ac:spMkLst>
            <pc:docMk/>
            <pc:sldMk cId="3480617425" sldId="259"/>
            <ac:spMk id="7" creationId="{CF38295F-B4FF-5BA2-1BEF-DD3CC452BC17}"/>
          </ac:spMkLst>
        </pc:spChg>
        <pc:picChg chg="mod">
          <ac:chgData name="Francesco Nocera" userId="f553a8d8416ae68a" providerId="LiveId" clId="{DBB17893-9B78-4821-B7D3-D8AC3AA43233}" dt="2026-04-30T09:56:14.111" v="886" actId="1076"/>
          <ac:picMkLst>
            <pc:docMk/>
            <pc:sldMk cId="3480617425" sldId="259"/>
            <ac:picMk id="3" creationId="{3249BC8A-AAA2-2BE7-19E8-585B21056A33}"/>
          </ac:picMkLst>
        </pc:picChg>
        <pc:picChg chg="mod">
          <ac:chgData name="Francesco Nocera" userId="f553a8d8416ae68a" providerId="LiveId" clId="{DBB17893-9B78-4821-B7D3-D8AC3AA43233}" dt="2026-04-30T09:56:04.894" v="884" actId="14100"/>
          <ac:picMkLst>
            <pc:docMk/>
            <pc:sldMk cId="3480617425" sldId="259"/>
            <ac:picMk id="4" creationId="{20E33C7F-1BCC-761B-E4EF-9272FAEEF16F}"/>
          </ac:picMkLst>
        </pc:picChg>
      </pc:sldChg>
      <pc:sldChg chg="delSp modSp add mod">
        <pc:chgData name="Francesco Nocera" userId="f553a8d8416ae68a" providerId="LiveId" clId="{DBB17893-9B78-4821-B7D3-D8AC3AA43233}" dt="2026-04-30T10:01:40.972" v="1209"/>
        <pc:sldMkLst>
          <pc:docMk/>
          <pc:sldMk cId="2350075308" sldId="260"/>
        </pc:sldMkLst>
        <pc:spChg chg="mod">
          <ac:chgData name="Francesco Nocera" userId="f553a8d8416ae68a" providerId="LiveId" clId="{DBB17893-9B78-4821-B7D3-D8AC3AA43233}" dt="2026-04-30T09:58:15.087" v="923" actId="20577"/>
          <ac:spMkLst>
            <pc:docMk/>
            <pc:sldMk cId="2350075308" sldId="260"/>
            <ac:spMk id="2" creationId="{CC49F46E-49B3-74FB-3A6B-A28EC52F50E4}"/>
          </ac:spMkLst>
        </pc:spChg>
        <pc:spChg chg="mod">
          <ac:chgData name="Francesco Nocera" userId="f553a8d8416ae68a" providerId="LiveId" clId="{DBB17893-9B78-4821-B7D3-D8AC3AA43233}" dt="2026-04-30T10:01:34.082" v="1206" actId="27636"/>
          <ac:spMkLst>
            <pc:docMk/>
            <pc:sldMk cId="2350075308" sldId="260"/>
            <ac:spMk id="3" creationId="{5B569AD5-0456-0A4E-8438-5CE8908A2BE0}"/>
          </ac:spMkLst>
        </pc:spChg>
        <pc:spChg chg="del mod">
          <ac:chgData name="Francesco Nocera" userId="f553a8d8416ae68a" providerId="LiveId" clId="{DBB17893-9B78-4821-B7D3-D8AC3AA43233}" dt="2026-04-30T10:01:40.972" v="1209"/>
          <ac:spMkLst>
            <pc:docMk/>
            <pc:sldMk cId="2350075308" sldId="260"/>
            <ac:spMk id="4" creationId="{DBDB0507-4292-D895-985C-2E686CC81F6E}"/>
          </ac:spMkLst>
        </pc:spChg>
        <pc:picChg chg="del">
          <ac:chgData name="Francesco Nocera" userId="f553a8d8416ae68a" providerId="LiveId" clId="{DBB17893-9B78-4821-B7D3-D8AC3AA43233}" dt="2026-04-30T09:57:56.104" v="889" actId="478"/>
          <ac:picMkLst>
            <pc:docMk/>
            <pc:sldMk cId="2350075308" sldId="260"/>
            <ac:picMk id="1028" creationId="{59AFAC38-145B-8F1E-69C4-4FE4DBB3EF9A}"/>
          </ac:picMkLst>
        </pc:picChg>
      </pc:sldChg>
      <pc:sldChg chg="delSp modSp mod">
        <pc:chgData name="Francesco Nocera" userId="f553a8d8416ae68a" providerId="LiveId" clId="{DBB17893-9B78-4821-B7D3-D8AC3AA43233}" dt="2026-04-30T11:08:15.434" v="1861" actId="20577"/>
        <pc:sldMkLst>
          <pc:docMk/>
          <pc:sldMk cId="2999199784" sldId="262"/>
        </pc:sldMkLst>
        <pc:spChg chg="mod">
          <ac:chgData name="Francesco Nocera" userId="f553a8d8416ae68a" providerId="LiveId" clId="{DBB17893-9B78-4821-B7D3-D8AC3AA43233}" dt="2026-04-30T11:04:29.771" v="1607" actId="20577"/>
          <ac:spMkLst>
            <pc:docMk/>
            <pc:sldMk cId="2999199784" sldId="262"/>
            <ac:spMk id="2" creationId="{03BBC7C1-9F22-62B5-683B-C3BD5F20BA08}"/>
          </ac:spMkLst>
        </pc:spChg>
        <pc:spChg chg="del">
          <ac:chgData name="Francesco Nocera" userId="f553a8d8416ae68a" providerId="LiveId" clId="{DBB17893-9B78-4821-B7D3-D8AC3AA43233}" dt="2026-04-30T10:07:10.167" v="1221" actId="478"/>
          <ac:spMkLst>
            <pc:docMk/>
            <pc:sldMk cId="2999199784" sldId="262"/>
            <ac:spMk id="3" creationId="{4CCEBDE4-429B-606A-662E-78F04488F1DC}"/>
          </ac:spMkLst>
        </pc:spChg>
        <pc:spChg chg="mod">
          <ac:chgData name="Francesco Nocera" userId="f553a8d8416ae68a" providerId="LiveId" clId="{DBB17893-9B78-4821-B7D3-D8AC3AA43233}" dt="2026-04-30T11:08:15.434" v="1861" actId="20577"/>
          <ac:spMkLst>
            <pc:docMk/>
            <pc:sldMk cId="2999199784" sldId="262"/>
            <ac:spMk id="4" creationId="{EDF02215-7F0F-CB69-BE17-8215B0E84B3F}"/>
          </ac:spMkLst>
        </pc:spChg>
      </pc:sldChg>
      <pc:sldChg chg="addSp delSp modSp mod">
        <pc:chgData name="Francesco Nocera" userId="f553a8d8416ae68a" providerId="LiveId" clId="{DBB17893-9B78-4821-B7D3-D8AC3AA43233}" dt="2026-04-30T11:06:24.834" v="1672" actId="478"/>
        <pc:sldMkLst>
          <pc:docMk/>
          <pc:sldMk cId="168470869" sldId="263"/>
        </pc:sldMkLst>
        <pc:spChg chg="mod">
          <ac:chgData name="Francesco Nocera" userId="f553a8d8416ae68a" providerId="LiveId" clId="{DBB17893-9B78-4821-B7D3-D8AC3AA43233}" dt="2026-04-30T10:57:29.987" v="1587" actId="20577"/>
          <ac:spMkLst>
            <pc:docMk/>
            <pc:sldMk cId="168470869" sldId="263"/>
            <ac:spMk id="2" creationId="{78B3BC16-6459-9196-000C-4F6A179C7B44}"/>
          </ac:spMkLst>
        </pc:spChg>
        <pc:spChg chg="mod">
          <ac:chgData name="Francesco Nocera" userId="f553a8d8416ae68a" providerId="LiveId" clId="{DBB17893-9B78-4821-B7D3-D8AC3AA43233}" dt="2026-04-30T10:57:54.530" v="1593" actId="1076"/>
          <ac:spMkLst>
            <pc:docMk/>
            <pc:sldMk cId="168470869" sldId="263"/>
            <ac:spMk id="4" creationId="{331B5784-F8D0-147A-9F3F-EF55317188A9}"/>
          </ac:spMkLst>
        </pc:spChg>
        <pc:spChg chg="add del">
          <ac:chgData name="Francesco Nocera" userId="f553a8d8416ae68a" providerId="LiveId" clId="{DBB17893-9B78-4821-B7D3-D8AC3AA43233}" dt="2026-04-30T11:06:22.994" v="1671" actId="11529"/>
          <ac:spMkLst>
            <pc:docMk/>
            <pc:sldMk cId="168470869" sldId="263"/>
            <ac:spMk id="8" creationId="{C53A71FC-738D-4393-1629-DA1E38D43326}"/>
          </ac:spMkLst>
        </pc:spChg>
        <pc:picChg chg="mod">
          <ac:chgData name="Francesco Nocera" userId="f553a8d8416ae68a" providerId="LiveId" clId="{DBB17893-9B78-4821-B7D3-D8AC3AA43233}" dt="2026-04-30T10:57:40.484" v="1591" actId="1076"/>
          <ac:picMkLst>
            <pc:docMk/>
            <pc:sldMk cId="168470869" sldId="263"/>
            <ac:picMk id="5" creationId="{2F363CC2-617F-BBEB-2A8C-12A71A18B458}"/>
          </ac:picMkLst>
        </pc:picChg>
        <pc:picChg chg="add del mod">
          <ac:chgData name="Francesco Nocera" userId="f553a8d8416ae68a" providerId="LiveId" clId="{DBB17893-9B78-4821-B7D3-D8AC3AA43233}" dt="2026-04-30T11:06:24.834" v="1672" actId="478"/>
          <ac:picMkLst>
            <pc:docMk/>
            <pc:sldMk cId="168470869" sldId="263"/>
            <ac:picMk id="7" creationId="{2A89E249-E14B-E789-CCCA-1A0FC75F5E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96EBC7-1BEA-A1E1-70A4-6D573FA5C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908FF6E-5B4B-2E8C-7FE7-61A02F1B5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78AFC0-B5D6-AF5A-7EC2-666E1470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1CDEAE-BDD1-49A1-F1C9-A957409E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3BE863-B002-1111-8DE0-59AD6575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82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2A715-117B-BC68-B1AD-EFCC89F0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4D10B0-9D50-0382-DAD8-A8F286412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8B9F14-E260-2383-9FE8-62228E66A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9C6D79-6FCA-FCD6-6EC2-F14C5D72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831726-A365-D3C7-35D7-0C0A5116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627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593F13-6823-3A5F-9FEF-D71921E0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C89971-3828-11B9-3A17-CB0D5A6CA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57333E-4426-3EE2-3AC0-F6E01837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6AD3AF-82C9-3D9B-86DE-6356B2BC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CAE55-DBCD-5351-B21D-32F5CED7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714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4E528C-383A-EE2A-BAFD-D638175A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70FED5-A716-D7ED-A550-C3239BE9C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AB07F1-3611-A14A-5174-4053ED6A9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692F39-05EC-0B04-7E0A-3CFE9369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C22E09-0123-F03B-89C8-94D68E84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0D51C1-2341-3410-FFE8-C2EDE00D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578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5DEBB8-4A0D-C078-B1C8-1C996F39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5B368B-CDBD-6E07-6EFD-9ADB6281E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B962D0-C5C8-7A21-F505-8E680559E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F3D966-82AA-2660-92E4-9B86AD404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EE3BF1-6098-3D6A-2333-B5483FE2A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05A7042-8F25-D7B3-604B-146417D2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E74C5C-82F0-98E0-8EB3-9CDC31E2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4D71364-D61F-1F50-08E3-87FC4768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804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E2F25-F310-5D54-9DE1-EC11DF30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75F865-1B7C-E297-E67A-B00FDF94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25B6A5-E6AA-AC54-7145-8BDB1B1D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4B8DDB-4FB4-D186-3A85-D826E55A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666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1AABF4-B4CC-EF43-3F96-A56ABA74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14412C5-58F0-0EC1-B0A9-7B4BC092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33595F-5F6F-F9A3-02CD-7038E9CE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986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2ED206-0F08-0363-41B0-EC55F60F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67036D-84F0-9D75-FDB4-9D2F8AA09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7E39A1B-C570-E104-F91F-572D76697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F1BBDA-33D4-B852-B8F2-51405FFF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253F95-6CD8-A230-31B5-9CFA276A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DDCA9E-7438-DE2A-325A-4F052637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811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FB838D-543D-47CB-A794-A199F6CD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6FB901-0888-86F5-A5CA-D0B6A122C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D8E336-5A3E-EB1F-4536-4EC7C54C5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CFA963-2C55-6CA4-6B01-A9339F43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67AC02-39F2-772A-8E1F-EC948B0C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DE83F1-2560-6B1D-35EE-9123055C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447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48C6AB-328F-DA60-F63D-729B031F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0ED5CD-BF0B-9161-83B8-CADC86078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06E151-758A-868F-51E5-7C78980ED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B7B196-0953-C8C1-4FC3-5590C81C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E23CC2-7449-A899-315A-6E41EC6B6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0284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C00469-0FD2-EB04-BC25-9E61CE49E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57330D-75D7-A2CF-7A3C-25968A11E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B78F97-4CC1-77FD-E8DF-C36AC1A0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701368-C747-DEE4-7972-7DFA9CCC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340E7F-D476-0D28-CCA9-2D405289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EE73AF2-0DBD-FDD0-1623-A3F2ADD68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CB91FC-0F84-E8A0-D04F-410F6A1A5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F79056-E925-863E-CC59-97DA217B7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0C70D-E716-4C90-8DF7-6503D91C09FE}" type="datetimeFigureOut">
              <a:rPr lang="de-CH" smtClean="0"/>
              <a:t>30.04.2026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9AC3B7-29E3-F9B4-5E20-80C0D5B44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D48434-F894-2A65-C42E-5F0F246F4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B3A7F-CD78-4951-894E-F30785E6739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093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5028C-FEB0-F0A1-8FE2-47A5C583F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noProof="0"/>
              <a:t>Survival analysis of TP53 in liver hepatocellular carcinomea (LIHC)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E06CFC-2E81-6339-F288-68A35864F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/>
              <a:t>BIO392</a:t>
            </a:r>
          </a:p>
          <a:p>
            <a:r>
              <a:rPr lang="en-GB" noProof="0"/>
              <a:t>Lloyd</a:t>
            </a:r>
          </a:p>
          <a:p>
            <a:r>
              <a:rPr lang="en-GB" noProof="0"/>
              <a:t>Francesco</a:t>
            </a:r>
          </a:p>
        </p:txBody>
      </p:sp>
    </p:spTree>
    <p:extLst>
      <p:ext uri="{BB962C8B-B14F-4D97-AF65-F5344CB8AC3E}">
        <p14:creationId xmlns:p14="http://schemas.microsoft.com/office/powerpoint/2010/main" val="14506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13FD4-65EF-8308-5BC1-F935BC20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1" y="215600"/>
            <a:ext cx="10515600" cy="1325563"/>
          </a:xfrm>
        </p:spPr>
        <p:txBody>
          <a:bodyPr/>
          <a:lstStyle/>
          <a:p>
            <a:r>
              <a:rPr lang="en-GB" noProof="0"/>
              <a:t>Background</a:t>
            </a:r>
            <a:br>
              <a:rPr lang="en-GB" noProof="0"/>
            </a:br>
            <a:r>
              <a:rPr lang="en-GB" b="1" noProof="0"/>
              <a:t>TP53  (</a:t>
            </a:r>
            <a:r>
              <a:rPr lang="en-GB" b="1" noProof="0" err="1"/>
              <a:t>tumor</a:t>
            </a:r>
            <a:r>
              <a:rPr lang="en-GB" b="1" noProof="0"/>
              <a:t> protein 53)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CCC60A-D183-F5C0-45DB-C3CF6E209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r>
              <a:rPr lang="en-GB" noProof="0"/>
              <a:t>Regulatory transcription factor</a:t>
            </a:r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r>
              <a:rPr lang="en-GB" noProof="0"/>
              <a:t>Regulation of </a:t>
            </a:r>
            <a:r>
              <a:rPr lang="en-GB" b="1" noProof="0"/>
              <a:t>apoptosis, genomic stability, cell cycle:</a:t>
            </a:r>
          </a:p>
          <a:p>
            <a:pPr marL="0" indent="0">
              <a:buNone/>
            </a:pPr>
            <a:r>
              <a:rPr lang="en-GB" noProof="0"/>
              <a:t>	- Activation of DNA repair</a:t>
            </a:r>
            <a:r>
              <a:rPr lang="en-GB" baseline="30000" noProof="0"/>
              <a:t>(1)</a:t>
            </a:r>
            <a:endParaRPr lang="en-GB" noProof="0"/>
          </a:p>
          <a:p>
            <a:pPr marL="0" indent="0">
              <a:buNone/>
            </a:pPr>
            <a:r>
              <a:rPr lang="en-GB" noProof="0"/>
              <a:t>	- Arrest of cell cycle for DNA repair</a:t>
            </a:r>
          </a:p>
          <a:p>
            <a:pPr marL="0" indent="0">
              <a:buNone/>
            </a:pPr>
            <a:r>
              <a:rPr lang="en-GB" noProof="0"/>
              <a:t>	- Initiation of apoptosis</a:t>
            </a:r>
          </a:p>
          <a:p>
            <a:pPr marL="0" indent="0">
              <a:buNone/>
            </a:pPr>
            <a:r>
              <a:rPr lang="en-GB" noProof="0"/>
              <a:t>	- …</a:t>
            </a:r>
          </a:p>
          <a:p>
            <a:pPr marL="0" indent="0">
              <a:buNone/>
            </a:pPr>
            <a:r>
              <a:rPr lang="en-GB" b="1" noProof="0">
                <a:sym typeface="Wingdings" panose="05000000000000000000" pitchFamily="2" charset="2"/>
              </a:rPr>
              <a:t> “Guardian of the genome”</a:t>
            </a:r>
            <a:endParaRPr lang="en-GB" b="1" noProof="0"/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r>
              <a:rPr lang="en-GB" noProof="0"/>
              <a:t>~ 30% of hepatocellular carcinoma contain mutations in TP53</a:t>
            </a:r>
            <a:r>
              <a:rPr lang="en-GB" baseline="30000" noProof="0"/>
              <a:t>(2)</a:t>
            </a:r>
            <a:endParaRPr lang="en-GB" noProof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26D7C8D-7473-8C39-AEB1-E280B11FBC34}"/>
              </a:ext>
            </a:extLst>
          </p:cNvPr>
          <p:cNvSpPr txBox="1"/>
          <p:nvPr/>
        </p:nvSpPr>
        <p:spPr>
          <a:xfrm>
            <a:off x="2651185" y="6088559"/>
            <a:ext cx="95408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100" noProof="0">
                <a:solidFill>
                  <a:schemeClr val="bg2">
                    <a:lumMod val="75000"/>
                  </a:schemeClr>
                </a:solidFill>
              </a:rPr>
              <a:t>(1) Janic A, Abad E, Amelio I (January 2025). "Decoding p53 </a:t>
            </a:r>
            <a:r>
              <a:rPr lang="en-GB" sz="1100" noProof="0" err="1">
                <a:solidFill>
                  <a:schemeClr val="bg2">
                    <a:lumMod val="75000"/>
                  </a:schemeClr>
                </a:solidFill>
              </a:rPr>
              <a:t>tumor</a:t>
            </a:r>
            <a:r>
              <a:rPr lang="en-GB" sz="1100" noProof="0">
                <a:solidFill>
                  <a:schemeClr val="bg2">
                    <a:lumMod val="75000"/>
                  </a:schemeClr>
                </a:solidFill>
              </a:rPr>
              <a:t> suppression: a crosstalk between genomic stability and epigenetic control?". Cell Death and Differentiation. 32 (1): 1–8. doi:10.1038/s41418-024-01259-9</a:t>
            </a:r>
          </a:p>
          <a:p>
            <a:pPr algn="r"/>
            <a:r>
              <a:rPr lang="en-GB" sz="1100" noProof="0">
                <a:solidFill>
                  <a:schemeClr val="bg2">
                    <a:lumMod val="75000"/>
                  </a:schemeClr>
                </a:solidFill>
              </a:rPr>
              <a:t>(2) Yu H, Wu X, Liu Y, Xin C, Zhou Y, Ding X. Single-Gene Mutations in Hepatocellular Carcinoma: Applications and Challenges in Precision Medicine. Int J Med Sci. 2025 Jul 10;22(13):3268-3276. </a:t>
            </a:r>
            <a:r>
              <a:rPr lang="en-GB" sz="1100" noProof="0" err="1">
                <a:solidFill>
                  <a:schemeClr val="bg2">
                    <a:lumMod val="75000"/>
                  </a:schemeClr>
                </a:solidFill>
              </a:rPr>
              <a:t>doi</a:t>
            </a:r>
            <a:r>
              <a:rPr lang="en-GB" sz="1100" noProof="0">
                <a:solidFill>
                  <a:schemeClr val="bg2">
                    <a:lumMod val="75000"/>
                  </a:schemeClr>
                </a:solidFill>
              </a:rPr>
              <a:t>: 10.7150/ijms.117603. PMID: 40765562; PMCID: PMC12320797.</a:t>
            </a:r>
          </a:p>
        </p:txBody>
      </p:sp>
    </p:spTree>
    <p:extLst>
      <p:ext uri="{BB962C8B-B14F-4D97-AF65-F5344CB8AC3E}">
        <p14:creationId xmlns:p14="http://schemas.microsoft.com/office/powerpoint/2010/main" val="198098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48DA-01A2-4602-9794-23FE14E2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DABDE-2985-5A57-7785-BE9F35BB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55" y="278861"/>
            <a:ext cx="5137030" cy="1325563"/>
          </a:xfrm>
        </p:spPr>
        <p:txBody>
          <a:bodyPr>
            <a:normAutofit fontScale="90000"/>
          </a:bodyPr>
          <a:lstStyle/>
          <a:p>
            <a:r>
              <a:rPr lang="en-GB" noProof="0"/>
              <a:t>Background</a:t>
            </a:r>
            <a:br>
              <a:rPr lang="en-GB" noProof="0"/>
            </a:br>
            <a:r>
              <a:rPr lang="en-GB" b="1" noProof="0"/>
              <a:t>Liver hepatocellular carcinoma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F35B5A-67DE-629E-CB9C-C47D78886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098" y="1894636"/>
            <a:ext cx="4826479" cy="4351338"/>
          </a:xfrm>
        </p:spPr>
        <p:txBody>
          <a:bodyPr/>
          <a:lstStyle/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r>
              <a:rPr lang="en-GB" noProof="0"/>
              <a:t>Arising from </a:t>
            </a:r>
            <a:r>
              <a:rPr lang="en-GB" b="1" noProof="0"/>
              <a:t>hepatocytes</a:t>
            </a:r>
            <a:r>
              <a:rPr lang="en-GB" noProof="0"/>
              <a:t> </a:t>
            </a:r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r>
              <a:rPr lang="en-GB" noProof="0"/>
              <a:t>Most common cause of death of primary liver cancer in people with </a:t>
            </a:r>
            <a:r>
              <a:rPr lang="en-GB" b="1" noProof="0"/>
              <a:t>cirrhosis</a:t>
            </a:r>
            <a:r>
              <a:rPr lang="en-GB" baseline="30000" noProof="0"/>
              <a:t>(1)</a:t>
            </a:r>
            <a:endParaRPr lang="en-GB" noProof="0"/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endParaRPr lang="en-GB" noProof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B447AAA-A1ED-6922-7854-A701557D262B}"/>
              </a:ext>
            </a:extLst>
          </p:cNvPr>
          <p:cNvSpPr txBox="1"/>
          <p:nvPr/>
        </p:nvSpPr>
        <p:spPr>
          <a:xfrm>
            <a:off x="2651185" y="6088559"/>
            <a:ext cx="954081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r">
              <a:buAutoNum type="arabicParenBoth"/>
            </a:pPr>
            <a:r>
              <a:rPr lang="en-GB" sz="1100" noProof="0">
                <a:solidFill>
                  <a:schemeClr val="bg2">
                    <a:lumMod val="75000"/>
                  </a:schemeClr>
                </a:solidFill>
              </a:rPr>
              <a:t>Forner A, Llovet JM, Bruix J (March 2012). "Hepatocellular carcinoma". Lancet. 379 (9822): 1245–55. Bibcode:2012Lanc..379.1245F. doi:10.1016/S0140-6736(11)61347-0   </a:t>
            </a:r>
          </a:p>
          <a:p>
            <a:pPr algn="r"/>
            <a:r>
              <a:rPr lang="en-GB" sz="1100" noProof="0">
                <a:solidFill>
                  <a:schemeClr val="bg2">
                    <a:lumMod val="75000"/>
                  </a:schemeClr>
                </a:solidFill>
              </a:rPr>
              <a:t>Picture: https://www.mdpi.com/2072-666X/12/7/842</a:t>
            </a:r>
          </a:p>
        </p:txBody>
      </p:sp>
      <p:pic>
        <p:nvPicPr>
          <p:cNvPr id="1028" name="Picture 4" descr="Progress and Challenges in the Use of a Liver-on-a-Chip for Hepatotropic  Infectious Diseases">
            <a:extLst>
              <a:ext uri="{FF2B5EF4-FFF2-40B4-BE49-F238E27FC236}">
                <a16:creationId xmlns:a16="http://schemas.microsoft.com/office/drawing/2014/main" id="{6C33DA66-780D-ECF4-5FD0-42840B07D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589" y="278860"/>
            <a:ext cx="6446807" cy="492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2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947B-08E7-C775-0FFC-60D774F9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49F46E-49B3-74FB-3A6B-A28EC52F5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55" y="278861"/>
            <a:ext cx="5137030" cy="1325563"/>
          </a:xfrm>
        </p:spPr>
        <p:txBody>
          <a:bodyPr>
            <a:normAutofit/>
          </a:bodyPr>
          <a:lstStyle/>
          <a:p>
            <a:r>
              <a:rPr lang="en-GB" noProof="0"/>
              <a:t>Analyss</a:t>
            </a:r>
            <a:br>
              <a:rPr lang="en-GB" noProof="0"/>
            </a:br>
            <a:r>
              <a:rPr lang="en-GB" b="1" noProof="0"/>
              <a:t>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569AD5-0456-0A4E-8438-5CE8908A2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098" y="1894636"/>
            <a:ext cx="777096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r>
              <a:rPr lang="en-GB" noProof="0"/>
              <a:t>767 </a:t>
            </a:r>
            <a:r>
              <a:rPr lang="en-GB" noProof="0" err="1"/>
              <a:t>biosamples</a:t>
            </a:r>
            <a:r>
              <a:rPr lang="en-GB" noProof="0"/>
              <a:t> 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noProof="0"/>
              <a:t>Filtered to 282 primary </a:t>
            </a:r>
            <a:r>
              <a:rPr lang="en-GB" noProof="0" err="1"/>
              <a:t>tumor</a:t>
            </a:r>
            <a:r>
              <a:rPr lang="en-GB" noProof="0"/>
              <a:t> samples</a:t>
            </a:r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r>
              <a:rPr lang="en-GB" noProof="0"/>
              <a:t>127 samples </a:t>
            </a:r>
            <a:r>
              <a:rPr lang="en-GB" b="1" noProof="0"/>
              <a:t>(53%) with no CNV event</a:t>
            </a:r>
          </a:p>
          <a:p>
            <a:pPr marL="0" indent="0">
              <a:buNone/>
            </a:pPr>
            <a:r>
              <a:rPr lang="en-GB" noProof="0"/>
              <a:t>155 samples with CNV event</a:t>
            </a:r>
          </a:p>
          <a:p>
            <a:pPr marL="0" indent="0">
              <a:buNone/>
            </a:pPr>
            <a:r>
              <a:rPr lang="en-GB" noProof="0"/>
              <a:t>	139 samples </a:t>
            </a:r>
            <a:r>
              <a:rPr lang="en-GB" b="1" noProof="0"/>
              <a:t>(49%)  with deletions</a:t>
            </a:r>
          </a:p>
          <a:p>
            <a:pPr marL="0" indent="0">
              <a:buNone/>
            </a:pPr>
            <a:r>
              <a:rPr lang="en-GB" noProof="0"/>
              <a:t>	9 samples </a:t>
            </a:r>
            <a:r>
              <a:rPr lang="en-GB" b="1" noProof="0"/>
              <a:t>(3%) with insertions</a:t>
            </a:r>
          </a:p>
          <a:p>
            <a:pPr marL="0" indent="0">
              <a:buNone/>
            </a:pPr>
            <a:r>
              <a:rPr lang="en-GB" noProof="0"/>
              <a:t>	</a:t>
            </a:r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endParaRPr lang="en-GB" noProof="0"/>
          </a:p>
          <a:p>
            <a:pPr marL="0" indent="0">
              <a:buNone/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007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8B50EC-0213-65EF-5283-1F51533DD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Kaplan-Meier Plots</a:t>
            </a:r>
          </a:p>
        </p:txBody>
      </p:sp>
      <p:pic>
        <p:nvPicPr>
          <p:cNvPr id="4" name="Inhaltsplatzhalter 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20E33C7F-1BCC-761B-E4EF-9272FAEEF1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0165" y="2829464"/>
            <a:ext cx="4688599" cy="3528865"/>
          </a:xfrm>
          <a:prstGeom prst="rect">
            <a:avLst/>
          </a:prstGeom>
        </p:spPr>
      </p:pic>
      <p:pic>
        <p:nvPicPr>
          <p:cNvPr id="3" name="Inhaltsplatzhalter 2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249BC8A-AAA2-2BE7-19E8-585B21056A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15824" y="2829464"/>
            <a:ext cx="4647119" cy="352886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52EC1A8-0C84-162D-F315-2BC07C1BCEA6}"/>
              </a:ext>
            </a:extLst>
          </p:cNvPr>
          <p:cNvSpPr txBox="1"/>
          <p:nvPr/>
        </p:nvSpPr>
        <p:spPr>
          <a:xfrm>
            <a:off x="904875" y="1619250"/>
            <a:ext cx="5524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noProof="0"/>
              <a:t>Comparison of </a:t>
            </a:r>
            <a:r>
              <a:rPr lang="en-GB" noProof="0" err="1"/>
              <a:t>loss_hit</a:t>
            </a:r>
            <a:r>
              <a:rPr lang="en-GB" noProof="0"/>
              <a:t> and </a:t>
            </a:r>
            <a:r>
              <a:rPr lang="en-GB" noProof="0" err="1"/>
              <a:t>gain_hit</a:t>
            </a:r>
            <a:endParaRPr lang="en-GB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F38295F-B4FF-5BA2-1BEF-DD3CC452BC17}"/>
              </a:ext>
            </a:extLst>
          </p:cNvPr>
          <p:cNvSpPr txBox="1"/>
          <p:nvPr/>
        </p:nvSpPr>
        <p:spPr>
          <a:xfrm>
            <a:off x="8925466" y="5056427"/>
            <a:ext cx="14779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noProof="0">
                <a:solidFill>
                  <a:srgbClr val="FF0000"/>
                </a:solidFill>
              </a:rPr>
              <a:t>Careful: only 8 samples with gain events! </a:t>
            </a:r>
          </a:p>
        </p:txBody>
      </p:sp>
    </p:spTree>
    <p:extLst>
      <p:ext uri="{BB962C8B-B14F-4D97-AF65-F5344CB8AC3E}">
        <p14:creationId xmlns:p14="http://schemas.microsoft.com/office/powerpoint/2010/main" val="3480617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A6CE0-C5E1-48F4-D4B7-112BD10F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Cancer </a:t>
            </a:r>
            <a:r>
              <a:rPr lang="de-DE" err="1"/>
              <a:t>stages</a:t>
            </a:r>
          </a:p>
        </p:txBody>
      </p:sp>
      <p:pic>
        <p:nvPicPr>
          <p:cNvPr id="5" name="Inhaltsplatzhalter 4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8CFF038D-659D-06E9-A558-48E8C9378C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66393"/>
            <a:ext cx="5181600" cy="3869803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37EEC6-B829-589B-445C-DD422CF7A5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err="1"/>
              <a:t>Correlation</a:t>
            </a:r>
            <a:r>
              <a:rPr lang="de-DE"/>
              <a:t> </a:t>
            </a:r>
            <a:r>
              <a:rPr lang="de-DE" err="1"/>
              <a:t>between</a:t>
            </a:r>
            <a:r>
              <a:rPr lang="de-DE"/>
              <a:t> Stage and </a:t>
            </a:r>
            <a:r>
              <a:rPr lang="de-DE" err="1"/>
              <a:t>survival</a:t>
            </a:r>
            <a:r>
              <a:rPr lang="de-DE"/>
              <a:t> rate</a:t>
            </a:r>
          </a:p>
          <a:p>
            <a:r>
              <a:rPr lang="de-DE"/>
              <a:t>But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linked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other</a:t>
            </a:r>
            <a:r>
              <a:rPr lang="de-DE"/>
              <a:t> </a:t>
            </a:r>
            <a:r>
              <a:rPr lang="de-DE" err="1"/>
              <a:t>ilnesses</a:t>
            </a:r>
            <a:r>
              <a:rPr lang="de-DE"/>
              <a:t> like </a:t>
            </a:r>
            <a:r>
              <a:rPr lang="de-DE" err="1"/>
              <a:t>liver</a:t>
            </a:r>
            <a:r>
              <a:rPr lang="de-DE"/>
              <a:t> </a:t>
            </a:r>
            <a:r>
              <a:rPr lang="de-DE" err="1"/>
              <a:t>cirrhosis</a:t>
            </a:r>
          </a:p>
        </p:txBody>
      </p:sp>
    </p:spTree>
    <p:extLst>
      <p:ext uri="{BB962C8B-B14F-4D97-AF65-F5344CB8AC3E}">
        <p14:creationId xmlns:p14="http://schemas.microsoft.com/office/powerpoint/2010/main" val="205503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3BC16-6459-9196-000C-4F6A179C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Cox </a:t>
            </a:r>
            <a:r>
              <a:rPr lang="de-DE" err="1"/>
              <a:t>model</a:t>
            </a:r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F363CC2-617F-BBEB-2A8C-12A71A18B4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821" y="2058897"/>
            <a:ext cx="7870029" cy="4433978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1B5784-F8D0-147A-9F3F-EF5531718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38867" y="1690688"/>
            <a:ext cx="3239219" cy="4486275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470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BC7C1-9F22-62B5-683B-C3BD5F20B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Conclusions</a:t>
            </a:r>
            <a:r>
              <a:rPr lang="de-DE"/>
              <a:t> &amp; </a:t>
            </a:r>
            <a:r>
              <a:rPr lang="de-DE" err="1"/>
              <a:t>Limitations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F02215-7F0F-CB69-BE17-8215B0E84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7147" y="1825625"/>
            <a:ext cx="10456653" cy="4351338"/>
          </a:xfrm>
        </p:spPr>
        <p:txBody>
          <a:bodyPr>
            <a:normAutofit fontScale="92500"/>
          </a:bodyPr>
          <a:lstStyle/>
          <a:p>
            <a:r>
              <a:rPr lang="de-DE" err="1"/>
              <a:t>Deletions</a:t>
            </a:r>
            <a:r>
              <a:rPr lang="de-DE"/>
              <a:t> in TP53 </a:t>
            </a:r>
            <a:r>
              <a:rPr lang="de-DE" err="1"/>
              <a:t>worsen</a:t>
            </a:r>
            <a:r>
              <a:rPr lang="de-DE"/>
              <a:t> </a:t>
            </a:r>
            <a:r>
              <a:rPr lang="de-DE" err="1"/>
              <a:t>prognosis</a:t>
            </a:r>
            <a:endParaRPr lang="de-DE"/>
          </a:p>
          <a:p>
            <a:r>
              <a:rPr lang="de-DE"/>
              <a:t>Not </a:t>
            </a:r>
            <a:r>
              <a:rPr lang="de-DE" err="1"/>
              <a:t>enough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investigate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effect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duplications</a:t>
            </a:r>
            <a:endParaRPr lang="de-DE"/>
          </a:p>
          <a:p>
            <a:r>
              <a:rPr lang="de-DE"/>
              <a:t>Sex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patients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not important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 err="1"/>
              <a:t>Effect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loss-of-functions</a:t>
            </a:r>
            <a:r>
              <a:rPr lang="de-DE"/>
              <a:t> </a:t>
            </a:r>
            <a:r>
              <a:rPr lang="de-DE" err="1"/>
              <a:t>caused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SNP‘s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Indels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not </a:t>
            </a:r>
            <a:r>
              <a:rPr lang="de-DE" err="1"/>
              <a:t>analyzed</a:t>
            </a:r>
            <a:r>
              <a:rPr lang="de-DE"/>
              <a:t>. </a:t>
            </a:r>
          </a:p>
          <a:p>
            <a:r>
              <a:rPr lang="de-DE"/>
              <a:t>Any non-sense </a:t>
            </a:r>
            <a:r>
              <a:rPr lang="de-DE" err="1"/>
              <a:t>variation</a:t>
            </a:r>
            <a:r>
              <a:rPr lang="de-DE"/>
              <a:t> in TP53 </a:t>
            </a:r>
            <a:r>
              <a:rPr lang="de-DE" err="1"/>
              <a:t>could</a:t>
            </a:r>
            <a:r>
              <a:rPr lang="de-DE"/>
              <a:t> </a:t>
            </a:r>
            <a:r>
              <a:rPr lang="de-DE" err="1"/>
              <a:t>correlate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prognosis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199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</vt:lpstr>
      <vt:lpstr>Survival analysis of TP53 in liver hepatocellular carcinomea (LIHC)</vt:lpstr>
      <vt:lpstr>Background TP53  (tumor protein 53)</vt:lpstr>
      <vt:lpstr>Background Liver hepatocellular carcinoma</vt:lpstr>
      <vt:lpstr>Analyss Data</vt:lpstr>
      <vt:lpstr>Kaplan-Meier Plots</vt:lpstr>
      <vt:lpstr>Cancer stages</vt:lpstr>
      <vt:lpstr>Cox model</vt:lpstr>
      <vt:lpstr>Conclusions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Nocera</dc:creator>
  <cp:revision>1</cp:revision>
  <dcterms:created xsi:type="dcterms:W3CDTF">2026-04-30T08:14:48Z</dcterms:created>
  <dcterms:modified xsi:type="dcterms:W3CDTF">2026-04-30T11:08:15Z</dcterms:modified>
</cp:coreProperties>
</file>